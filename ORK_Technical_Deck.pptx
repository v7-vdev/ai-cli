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38476" y="916781"/>
            <a:ext cx="2266899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495223" y="2091482"/>
            <a:ext cx="615355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992"/>
              </a:spcAft>
              <a:buNone/>
            </a:pPr>
            <a:r>
              <a:rPr lang="en-US" sz="2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Trust-Oriented Orchestration Runtime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86627" y="3077766"/>
            <a:ext cx="357059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proposes. Humans approve.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01529" y="3880842"/>
            <a:ext cx="1340793" cy="345877"/>
          </a:xfrm>
          <a:prstGeom prst="roundRect">
            <a:avLst>
              <a:gd name="adj" fmla="val 73437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01862" y="3963293"/>
            <a:ext cx="940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v0.9.0-beta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65320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5504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increasingly rely on AI-assisted tooling, but many systems lack visibility.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907530"/>
            <a:ext cx="3937099" cy="2664470"/>
          </a:xfrm>
          <a:prstGeom prst="roundRect">
            <a:avLst>
              <a:gd name="adj" fmla="val 3813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7500" y="2345680"/>
            <a:ext cx="3588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1401" y="2739330"/>
            <a:ext cx="33293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execution paths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1401" y="3130302"/>
            <a:ext cx="33293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Excessive autonomy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1401" y="3521273"/>
            <a:ext cx="33293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Difficult debugging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1401" y="3912245"/>
            <a:ext cx="33293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Reduced operator control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8950" y="1907530"/>
            <a:ext cx="3937099" cy="2664470"/>
          </a:xfrm>
          <a:prstGeom prst="roundRect">
            <a:avLst>
              <a:gd name="adj" fmla="val 3813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08500" y="2345680"/>
            <a:ext cx="35883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Need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62401" y="2739330"/>
            <a:ext cx="33293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Explicit approval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2401" y="3130302"/>
            <a:ext cx="33293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Deterministic behavior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2401" y="3521273"/>
            <a:ext cx="33293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execution visibility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62401" y="3912245"/>
            <a:ext cx="332938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 trust boundaries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65320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ORK?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5504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orchestration runtime designed for reviewable and controlled execution.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034480"/>
            <a:ext cx="8128099" cy="2537520"/>
          </a:xfrm>
          <a:prstGeom prst="roundRect">
            <a:avLst>
              <a:gd name="adj" fmla="val 4004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1401" y="2244030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planning: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Complex shell/file operations generated locally.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1401" y="2635002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 gates: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Interactive TUI requiring explicit validation.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1401" y="3025973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MODE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default: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Immutable operations until authorized.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1401" y="3416945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execution: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Predictable, step-by-step pipeline resolution.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71401" y="3807916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Telemetry-free operation: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tracking, no cloud abstractions.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65320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Philosophy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5504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MODE by default.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97200" y="1907530"/>
            <a:ext cx="3949601" cy="339626"/>
          </a:xfrm>
          <a:prstGeom prst="roundRect">
            <a:avLst>
              <a:gd name="adj" fmla="val 14958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28900" y="1977330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6669" y="2272457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97200" y="2469207"/>
            <a:ext cx="3949601" cy="339626"/>
          </a:xfrm>
          <a:prstGeom prst="roundRect">
            <a:avLst>
              <a:gd name="adj" fmla="val 14958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28900" y="2539008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6669" y="2834134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97200" y="3030885"/>
            <a:ext cx="3949601" cy="339626"/>
          </a:xfrm>
          <a:prstGeom prst="roundRect">
            <a:avLst>
              <a:gd name="adj" fmla="val 14958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28900" y="310068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Approval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6669" y="339581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97200" y="3592562"/>
            <a:ext cx="3949601" cy="339626"/>
          </a:xfrm>
          <a:prstGeom prst="roundRect">
            <a:avLst>
              <a:gd name="adj" fmla="val 14958"/>
            </a:avLst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28900" y="366236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55750" y="4020889"/>
            <a:ext cx="5232350" cy="361950"/>
          </a:xfrm>
          <a:prstGeom prst="roundRect">
            <a:avLst>
              <a:gd name="adj" fmla="val 14035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981151" y="4097089"/>
            <a:ext cx="51815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never occurs silently.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65320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5504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Rigid, transparent infrastructure.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2336" y="1958280"/>
            <a:ext cx="81871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0570" y="2205782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1851" y="2402532"/>
            <a:ext cx="8128099" cy="311051"/>
          </a:xfrm>
          <a:prstGeom prst="roundRect">
            <a:avLst>
              <a:gd name="adj" fmla="val 16332"/>
            </a:avLst>
          </a:prstGeom>
          <a:solidFill>
            <a:srgbClr val="1E293B"/>
          </a:solidFill>
          <a:ln w="19050">
            <a:solidFill>
              <a:srgbClr val="F8FA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1767" y="2472333"/>
            <a:ext cx="81482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ORK Runtime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0570" y="2738884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1851" y="2935635"/>
            <a:ext cx="8128099" cy="311051"/>
          </a:xfrm>
          <a:prstGeom prst="roundRect">
            <a:avLst>
              <a:gd name="adj" fmla="val 163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61851" y="2945160"/>
            <a:ext cx="8128099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80425" y="2935635"/>
            <a:ext cx="0" cy="311051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1851" y="3237161"/>
            <a:ext cx="8128099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951" y="2935635"/>
            <a:ext cx="0" cy="311051"/>
          </a:xfrm>
          <a:prstGeom prst="line">
            <a:avLst/>
          </a:prstGeom>
          <a:noFill/>
          <a:ln w="762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802" y="3005435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21960" y="3010198"/>
            <a:ext cx="10181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AI proposes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0570" y="327198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1851" y="3468737"/>
            <a:ext cx="8128099" cy="311051"/>
          </a:xfrm>
          <a:prstGeom prst="roundRect">
            <a:avLst>
              <a:gd name="adj" fmla="val 163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61851" y="3478262"/>
            <a:ext cx="8128099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80425" y="3468737"/>
            <a:ext cx="0" cy="311051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1851" y="3770263"/>
            <a:ext cx="8128099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9951" y="3468737"/>
            <a:ext cx="0" cy="311051"/>
          </a:xfrm>
          <a:prstGeom prst="line">
            <a:avLst/>
          </a:prstGeom>
          <a:noFill/>
          <a:ln w="762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8802" y="3538538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91723" y="3543300"/>
            <a:ext cx="12529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Human approves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0570" y="3805089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1851" y="4001839"/>
            <a:ext cx="8128099" cy="311051"/>
          </a:xfrm>
          <a:prstGeom prst="roundRect">
            <a:avLst>
              <a:gd name="adj" fmla="val 163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61851" y="4011364"/>
            <a:ext cx="8128099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80425" y="4001839"/>
            <a:ext cx="0" cy="311051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1851" y="4303365"/>
            <a:ext cx="8128099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9951" y="4001839"/>
            <a:ext cx="0" cy="311051"/>
          </a:xfrm>
          <a:prstGeom prst="line">
            <a:avLst/>
          </a:prstGeom>
          <a:noFill/>
          <a:ln w="762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8802" y="4071640"/>
            <a:ext cx="28498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Pipeline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0714" y="4076402"/>
            <a:ext cx="19578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Deterministic execution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0570" y="4338191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1851" y="4534942"/>
            <a:ext cx="8128099" cy="311051"/>
          </a:xfrm>
          <a:prstGeom prst="roundRect">
            <a:avLst>
              <a:gd name="adj" fmla="val 16332"/>
            </a:avLst>
          </a:prstGeom>
          <a:noFill/>
          <a:ln w="19050">
            <a:solidFill>
              <a:srgbClr val="64748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51767" y="4604742"/>
            <a:ext cx="81482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Tools (File System, Git, NPM)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65320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Hardening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5504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safeguards designed to reduce unintended execution risk.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034480"/>
            <a:ext cx="8128099" cy="2537520"/>
          </a:xfrm>
          <a:prstGeom prst="roundRect">
            <a:avLst>
              <a:gd name="adj" fmla="val 4004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1401" y="2244030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Boundaries: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Strict directory limits prevent path traversal escapes.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1401" y="2635002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Redaction: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Active filtering of `.env` strings in stdout.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1401" y="3025973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Writes: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Safe configuration persistence dodging OS locks.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1401" y="3416945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Cleanup: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Aggressive SIGKILL/taskkill on orphaned execution trees.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65320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Hardening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5504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survive interruption, corruption, and runtime instability.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034480"/>
            <a:ext cx="8128099" cy="2537520"/>
          </a:xfrm>
          <a:prstGeom prst="roundRect">
            <a:avLst>
              <a:gd name="adj" fmla="val 4004"/>
            </a:avLst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1401" y="2244030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Limiter: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 semaphores prevent parallel OOM crashes.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1401" y="2635002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Recovery: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isolation and self-healing `.corrupt` configurations.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1401" y="3025973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Restoration: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Guaranteed ANSI cursor reset on fatal exit.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1401" y="3416945"/>
            <a:ext cx="7604200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Resilience: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Async streams survive malformed JSON payloads.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65320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Execution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5504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Terminal-native visibility.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907530"/>
            <a:ext cx="8128099" cy="2854970"/>
          </a:xfrm>
          <a:prstGeom prst="roundRect">
            <a:avLst>
              <a:gd name="adj" fmla="val 2669"/>
            </a:avLst>
          </a:prstGeom>
          <a:solidFill>
            <a:srgbClr val="020617"/>
          </a:solidFill>
          <a:ln w="19050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9400" y="2078980"/>
            <a:ext cx="7940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ork init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9400" y="2307580"/>
            <a:ext cx="7940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[ORK] Initializing workspace...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9400" y="2717155"/>
            <a:ext cx="7940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ork "Install express and run dev server"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9400" y="2945755"/>
            <a:ext cx="7940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[ORK]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MODE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enabled. Planning execution...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9400" y="3174355"/>
            <a:ext cx="7940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[ORK] Proposed Action: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runCommand(npm install express)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9400" y="3402955"/>
            <a:ext cx="7940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[ORK] Awaiting approval (Y/n): 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9400" y="3631555"/>
            <a:ext cx="7940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[ORK] Execution complete.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9400" y="4041130"/>
            <a:ext cx="7940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9400" y="4269730"/>
            <a:ext cx="7940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[ORK] Interruption trapped. Cleaning up subprocesses...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 exit.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65320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Technical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5504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project state and testing priorities.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05993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294781"/>
            <a:ext cx="1379786" cy="311051"/>
          </a:xfrm>
          <a:prstGeom prst="roundRect">
            <a:avLst>
              <a:gd name="adj" fmla="val 16332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350" y="2345531"/>
            <a:ext cx="10964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v0.9.0-beta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2885033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FOCUS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1851" y="3119884"/>
            <a:ext cx="803168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Windows Testing (Antivirus locks, taskkill)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1851" y="3510855"/>
            <a:ext cx="803168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Runtime Stability (Event-loop non-blocking)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1851" y="3901827"/>
            <a:ext cx="803168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 Repositories (100k+ file symlink resolution)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1851" y="4292798"/>
            <a:ext cx="803168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Provider Switching (Groq, Anthropic, Gemini)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1851" y="4683770"/>
            <a:ext cx="803168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Reliability Feedback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653207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44"/>
              </a:spcBef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Technical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415504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validate ORK in real-world environments.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059930"/>
            <a:ext cx="38766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2536031"/>
            <a:ext cx="38766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2808982"/>
            <a:ext cx="38766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https://github.com/v7-vdev/ai-cli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3272433"/>
            <a:ext cx="38766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3545384"/>
            <a:ext cx="38766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https://discord.gg/mJWFajpfgk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907530"/>
            <a:ext cx="0" cy="285497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5426" y="2059930"/>
            <a:ext cx="38766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9327" y="2358330"/>
            <a:ext cx="361765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Technical Testers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9327" y="2749302"/>
            <a:ext cx="361765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Bug Reports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89327" y="3140273"/>
            <a:ext cx="361765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Reliability Feedback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89327" y="3531245"/>
            <a:ext cx="3617658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Open-Source Contributors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91517" y="455265"/>
            <a:ext cx="4160966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6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438476" y="1642616"/>
            <a:ext cx="2266899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08626" y="2817316"/>
            <a:ext cx="51267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660"/>
              </a:spcAft>
              <a:buNone/>
            </a:pPr>
            <a:r>
              <a:rPr lang="en-US" sz="2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Trust-Oriented Orchestration Runtime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143519" y="3523357"/>
            <a:ext cx="28568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proposes. Humans approve.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28559" y="4078784"/>
            <a:ext cx="40867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https://github.com/v7-vdev/ai-cli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78086" y="4415135"/>
            <a:ext cx="37876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Discord: https://discord.gg/mJWFajpfgk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-91440" y="4708624"/>
            <a:ext cx="93268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Technical Validation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ORK Technical Presentation</dc:title>
  <dc:subject>PptxGenJS Presentation</dc:subject>
  <dc:creator>ORK Core Team</dc:creator>
  <cp:lastModifiedBy>ORK Core Team</cp:lastModifiedBy>
  <cp:revision>1</cp:revision>
  <dcterms:created xsi:type="dcterms:W3CDTF">2026-05-30T04:05:19Z</dcterms:created>
  <dcterms:modified xsi:type="dcterms:W3CDTF">2026-05-30T04:05:19Z</dcterms:modified>
</cp:coreProperties>
</file>